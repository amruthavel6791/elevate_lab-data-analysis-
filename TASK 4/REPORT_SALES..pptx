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2" r:id="rId8"/>
    <p:sldId id="263" r:id="rId9"/>
    <p:sldId id="264" r:id="rId10"/>
    <p:sldId id="265" r:id="rId11"/>
    <p:sldId id="266" r:id="rId12"/>
    <p:sldId id="268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39670" y="804545"/>
            <a:ext cx="4043045" cy="16922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SALES ANALYSIS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004185" y="2771140"/>
            <a:ext cx="320548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Performance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2245" y="3869055"/>
            <a:ext cx="1551940" cy="862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Amrutha V</a:t>
            </a:r>
            <a:endParaRPr lang="en-US" sz="1400" dirty="0">
              <a:solidFill>
                <a:srgbClr val="94A3B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November 2025</a:t>
            </a:r>
            <a:endParaRPr lang="en-US" sz="1400" dirty="0">
              <a:solidFill>
                <a:srgbClr val="94A3B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550" cy="496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Through This Power BI Analysis, we will:</a:t>
            </a:r>
            <a:endParaRPr lang="en-US" sz="160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744980"/>
            <a:ext cx="7620000" cy="20154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 the business growth and challenges</a:t>
            </a:r>
            <a:endParaRPr lang="en-US" sz="160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Analyze sales and performance metrics across dimensions</a:t>
            </a:r>
            <a:endParaRPr lang="en-US" sz="160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Identify geographical areas with high and low sales</a:t>
            </a:r>
            <a:endParaRPr lang="en-US" sz="160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 data-driven business decisions</a:t>
            </a:r>
            <a:endParaRPr lang="en-US" sz="160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Statements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3103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Sales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Understand overall sales performance.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Quantity Sold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Examine total units sold to gain insight into product demand.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Discount Impact: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Evaluate discount patterns and their effect on sales.</a:t>
            </a:r>
            <a:endParaRPr lang="en-US" sz="135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3240"/>
              </a:lnSpc>
              <a:buSzPct val="100000"/>
              <a:buNone/>
            </a:pPr>
            <a:endParaRPr lang="en-US" sz="135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lnSpc>
                <a:spcPts val="3240"/>
              </a:lnSpc>
              <a:buSzPct val="100000"/>
              <a:buNone/>
            </a:pPr>
            <a:endParaRPr lang="en-US" sz="1350" b="1" dirty="0">
              <a:solidFill>
                <a:srgbClr val="38BDF8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Regional Performance: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Analyze sales distribution across different regions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Product Category Analysis: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Evaluate performance across product categories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endParaRPr lang="en-US" sz="1350" dirty="0"/>
          </a:p>
        </p:txBody>
      </p:sp>
      <p:sp>
        <p:nvSpPr>
          <p:cNvPr id="4" name="Text 0"/>
          <p:cNvSpPr/>
          <p:nvPr/>
        </p:nvSpPr>
        <p:spPr>
          <a:xfrm>
            <a:off x="609600" y="2642870"/>
            <a:ext cx="8083550" cy="6502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Statements (Part 2)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Done For (Part 1)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Performance Table: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Detailed breakdown by product ID showing sales metrics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Sales Trend (Area Chart):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Visualize sales patterns throughout the year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Discount by Category (Pie Chart):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Distribution of discounts across product categories</a:t>
            </a:r>
            <a:endParaRPr lang="en-US" sz="1350" dirty="0"/>
          </a:p>
        </p:txBody>
      </p:sp>
      <p:sp>
        <p:nvSpPr>
          <p:cNvPr id="4" name="Text 0"/>
          <p:cNvSpPr/>
          <p:nvPr/>
        </p:nvSpPr>
        <p:spPr>
          <a:xfrm>
            <a:off x="609600" y="2632710"/>
            <a:ext cx="8083550" cy="52260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Done For (Part 2)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914400" y="3295015"/>
            <a:ext cx="7620000" cy="8026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Regional Performance (Bar Chart):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Sales and quantity comparison across regions</a:t>
            </a:r>
            <a:endParaRPr lang="en-US" sz="1350" dirty="0"/>
          </a:p>
          <a:p>
            <a:pPr marL="0" indent="0">
              <a:lnSpc>
                <a:spcPts val="3240"/>
              </a:lnSpc>
              <a:buSzPct val="100000"/>
              <a:buNone/>
            </a:pPr>
            <a:r>
              <a:rPr lang="en-US" sz="135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KPI Cards:</a:t>
            </a: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Display key metrics at a glance for quick insights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59840"/>
            <a:ext cx="7924800" cy="1486535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824480"/>
            <a:ext cx="7924800" cy="1581150"/>
          </a:xfrm>
          <a:prstGeom prst="rect">
            <a:avLst/>
          </a:prstGeom>
          <a:solidFill>
            <a:srgbClr val="1E293B"/>
          </a:solidFill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Overall Performance Metrics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452245"/>
            <a:ext cx="7461250" cy="394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Sales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2660" y="1888490"/>
            <a:ext cx="7461250" cy="53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5.02M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62660" y="2481461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of Sales Amount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974975"/>
            <a:ext cx="7461250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Quantity Sold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2660" y="3355737"/>
            <a:ext cx="7461504" cy="480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25K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62660" y="3992627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Units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5752728"/>
            <a:ext cx="7461504" cy="4800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4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152.39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400" y="6308973"/>
            <a:ext cx="7461504" cy="1866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 of Discounts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Regional Performance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4731385" cy="2197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North, East, West, and South regions analyzed.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Consistent performance across all four major regions.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Sales volume distributed relatively evenly geographically.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Regional strategies can be optimized based on patterns.</a:t>
            </a:r>
            <a:endParaRPr lang="en-US" sz="1350" dirty="0"/>
          </a:p>
        </p:txBody>
      </p:sp>
      <p:pic>
        <p:nvPicPr>
          <p:cNvPr id="5" name="Picture 4" descr="Screenshot (1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5175" y="1021080"/>
            <a:ext cx="3183255" cy="32073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Insights - Sales Trends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4667250" cy="2853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Peak sales observed in specific months showing seasonal patterns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Monthly trend analysis reveals growth opportunities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Area chart visualization identifies high and low performance periods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Total sales of 5.02M achieved across all products</a:t>
            </a:r>
            <a:endParaRPr lang="en-US" sz="1350" dirty="0"/>
          </a:p>
        </p:txBody>
      </p:sp>
      <p:pic>
        <p:nvPicPr>
          <p:cNvPr id="4" name="Picture 3" descr="Screenshot (1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010" y="690880"/>
            <a:ext cx="311975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Insights - Product Categories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Four main categories: Clothing, Electronics, Food, and Furniture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Discount distribution varies significantly by category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Product-level performance tracked in detailed table view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Category-wise strategies can be refined for better margins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 &amp; 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Comprehensive view of sales performance across all dimensions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sales volume of 5.02M with 25K units sold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Regional balance provides stable business foundation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Data-driven insights enable strategic business planning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6178" y="1668175"/>
            <a:ext cx="2291644" cy="548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2289</Words>
  <Application>WPS Presentation</Application>
  <PresentationFormat>On-screen Show (16:9)</PresentationFormat>
  <Paragraphs>88</Paragraphs>
  <Slides>10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win10</cp:lastModifiedBy>
  <cp:revision>3</cp:revision>
  <dcterms:created xsi:type="dcterms:W3CDTF">2025-11-20T06:27:00Z</dcterms:created>
  <dcterms:modified xsi:type="dcterms:W3CDTF">2025-11-20T06:54:20Z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B4832539C4F04CECABCFA511E0A42A8E_13</vt:lpwstr>
  </property>
  <property fmtid="{D5CDD505-2E9C-101B-9397-08002B2CF9AE}" pid="3" name="KSOProductBuildVer">
    <vt:lpwstr>1033-12.2.0.22222</vt:lpwstr>
  </property>
</Properties>
</file>